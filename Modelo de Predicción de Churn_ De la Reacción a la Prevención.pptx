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33338d93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33338d93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33338d93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33338d93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33338d93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33338d93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33338d93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33338d93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33338d93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33338d93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33338d93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33338d93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33338d93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33338d93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33338d93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33338d93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33338d93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33338d93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33338d93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33338d93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E5A8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"/>
              <a:buNone/>
              <a:defRPr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Predicción de Churn: De la Reacción a la Prevención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209774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Optimización de la retención mediante Machine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Motivación y Audiencia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Motivación:</a:t>
            </a:r>
            <a:r>
              <a:rPr lang="en"/>
              <a:t> El costo de adquirir un cliente nuevo es significativamente mayor que retener a uno actual. Identificar a tiempo quién está por irse permite intervenciones personalizadas.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Audiencia: </a:t>
            </a:r>
            <a:r>
              <a:rPr lang="en"/>
              <a:t>Gerencia de CX, Operaciones y Dirección Comercial.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Hipótesis y pregunta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/>
              <a:t>Hipótesis 1:</a:t>
            </a:r>
            <a:r>
              <a:rPr lang="en"/>
              <a:t> Los clientes con contratos mensuales tienen una tasa de abandono mayor que los de contrato anual.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/>
              <a:t>Hipótesis 2:</a:t>
            </a:r>
            <a:r>
              <a:rPr lang="en"/>
              <a:t> El uso de servicios adicionales (seguridad online, soporte técnico) actúa como un ancla de retención.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/>
              <a:t>¿Podemos predecir el abandono antes de que el cliente contacte para la baja?</a:t>
            </a:r>
            <a:endParaRPr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Resumen de Metadata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Origen:</a:t>
            </a:r>
            <a:r>
              <a:rPr lang="en"/>
              <a:t> Dataset enriquecido con información de la variación del CPI obtenido a través de API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Dimensiones:</a:t>
            </a:r>
            <a:r>
              <a:rPr lang="en"/>
              <a:t> El dataset utilizado es de 7043 registros con 26 campos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Variables clave:</a:t>
            </a:r>
            <a:r>
              <a:rPr lang="en"/>
              <a:t> Tipo de contrato, cargos mensuales, antigüedad (tenure), y métodos de pago.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de Churn por Tipo de Contrato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486125" y="1152475"/>
            <a:ext cx="5346300" cy="36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Existe una vulnerabilidad crítica en los contratos Mes a Mes. La tasa de abandono en este segmento es desproporcionadamente alta en comparación con los contratos a largo plazo (uno o dos años)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El compromiso contractual es el mayor predictor de permanencia. Los contratos anuales actúan como un fuerte estabilizador de la cartera</a:t>
            </a:r>
            <a:endParaRPr/>
          </a:p>
        </p:txBody>
      </p:sp>
      <p:pic>
        <p:nvPicPr>
          <p:cNvPr id="80" name="Google Shape;80;p17" title="COntra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150" y="1161762"/>
            <a:ext cx="2318793" cy="1804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contrato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157" y="3110767"/>
            <a:ext cx="2318793" cy="1804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Relación entre Antigüedad (Tenure) y Churn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4988725" y="1152475"/>
            <a:ext cx="384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riesgo de fuga es máximo durante los primeros 6 a 12 meses. Si el cliente supera el primer año, la probabilidad de abandono cae drásticamente.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Los esfuerzos de fidelización deben concentrarse intensivamente en el "onboarding" y el primer semestre de vida del cliente.</a:t>
            </a:r>
            <a:endParaRPr/>
          </a:p>
        </p:txBody>
      </p:sp>
      <p:pic>
        <p:nvPicPr>
          <p:cNvPr id="88" name="Google Shape;88;p18" title="ten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683925" cy="344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Impacto de los Cargos Mensuales en la decisión de abandono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482700" y="1422300"/>
            <a:ext cx="408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clientes que abandonan (Churn = Yes) suelen tener cargos mensuales promedio más altos que los que permanecen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Existe un "techo de valor" percibido. Cuando la factura mensual supera cierto umbral sin un aumento proporcional en el valor percibido, el cliente comienza a evaluar alternativas.</a:t>
            </a:r>
            <a:endParaRPr/>
          </a:p>
        </p:txBody>
      </p:sp>
      <p:pic>
        <p:nvPicPr>
          <p:cNvPr id="95" name="Google Shape;95;p19" title="Cargo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9951" y="1017725"/>
            <a:ext cx="3287883" cy="181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 title="Cargos Real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9951" y="2986576"/>
            <a:ext cx="3352451" cy="185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Heatmap de correlación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4974275" y="1152475"/>
            <a:ext cx="385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Factor Permanencia (Tenure): Existe una correlación positiva muy alta entre la antigüedad (Tenure) y los cargos totales (TotalCharges).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Relación de Cargos Mensuales: Se observa que los cargos mensuales (MonthlyCharges) impactan directamente en los cargos totales, pero tienen una relación más débil con la antigüedad.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 title="corr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3044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Modelo de Machine Learning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508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l modelo analiza 20 dimensiones del cliente que se traducen en más de 40 indicadores técnicos para predecir el riesgo de fuga con precisión.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1" title="confu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599" y="686774"/>
            <a:ext cx="2662497" cy="1981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confusion_in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5599" y="2765105"/>
            <a:ext cx="2662497" cy="1981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4950" y="3397510"/>
            <a:ext cx="3888449" cy="1171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Hallazgos Principales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Contratos:</a:t>
            </a:r>
            <a:r>
              <a:rPr lang="en"/>
              <a:t> La vulnerabilidad máxima está en los primeros 6 meses de los contratos mes a mes.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Servicios:</a:t>
            </a:r>
            <a:r>
              <a:rPr lang="en"/>
              <a:t> Los clientes con soporte técnico premium tienen un 40% menos de churn.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Pagos:</a:t>
            </a:r>
            <a:r>
              <a:rPr lang="en"/>
              <a:t> El cheque electrónico está correlacionado con una mayor tasa de salida frente a la tarjeta de crédito.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Sugerencias y Próximos Pasos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Acción: </a:t>
            </a:r>
            <a:r>
              <a:rPr lang="en"/>
              <a:t>Automatizar una alerta para el equipo de CX cuando un cliente cumpla el perfil de "Alto Riesgo".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Modernización:</a:t>
            </a:r>
            <a:r>
              <a:rPr lang="en"/>
              <a:t> Integrar estos scores en los agentes de IA para ofrecer descuentos automáticos solo a quienes tienen alta probabilidad de irse.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rnes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